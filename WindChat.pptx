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FC3"/>
    <a:srgbClr val="A3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72535B3-0A06-2E71-25D4-32BD825D2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56DE72-7D61-D41A-7D59-38CB4B1F01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06172-107F-4A7F-9DA2-4733860B22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7457AF-417E-1004-3D79-C178F1B7C2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33D5F9-C5C0-180D-BBE4-407C217CCA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43B23-6AF5-4DEB-91E6-EFB3F363EE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787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C3F6F-49D7-4241-9D47-20D1DEDE0394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DA758-9272-4B92-9D0D-F4072BAB37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444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DA758-9272-4B92-9D0D-F4072BAB37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31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BA643-CE27-1C0A-EB31-7BECDA583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AA9078-C1B8-005D-227F-C6F07FAC5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AC874-1BCE-3EAF-92D7-3D4D0D44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97C5E7-97F7-ED94-C769-65F619193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A7CA01-84BE-6A16-DEF0-CFCCA31C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43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D62A4-C8D6-07D7-5C8B-9E5C57B9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00299-9911-6440-56BF-5213BE5EB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663525-5208-48F8-58CF-A469BEBD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16FDC2-D253-D03B-490E-037EB318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2BA5E8-4728-F7C1-9679-2D18C04C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57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322BA-FE23-13BB-0A7A-D9D5D3DC6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8A1CE7-EFEB-DDEB-C0BC-153C94879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56E132-8B5B-2B99-3CE7-EBDA7A61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DCF162-EBD6-5A5F-0102-C16AC059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981CF5-22BA-AE9D-F814-3C0C740E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8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DF69B-D51E-C3A5-F71D-7D21E4D0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BCA76-8BB8-D40F-57AF-08C42B795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490E7F-5321-BCD9-C0EC-CE09FE9C1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F9D565-F0A0-B245-7493-4E1F865C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9D24C6-46E6-2332-3350-FBFDAC87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1A5CE1-2112-6FE2-91DF-E75E8924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05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2DA77-EB95-AA52-EE74-64041977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B7C522-ECE5-1321-48D8-EEC65BC11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D3CC1A-5E9D-8A22-2459-DDF7036FE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015028-22DE-70B8-8C75-A51EC99BD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726EB2-7F42-91CC-A011-F558E804B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C50CCD-EE61-3D44-4A8F-A7578C3C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98FF90-A805-3930-87ED-10193D7A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BB8C264-6F29-9B99-8383-FE64765A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2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A318E-409E-F6F9-EFC5-0F8BEC2B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8EB383-5C15-EF54-87E0-5574F43E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1F9A9C-2CE9-1E70-E786-349C484B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B598A0-B714-ACC4-82EB-B29C6177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54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2FDFD5-7A11-BEB3-7A5A-8DC96C71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7E352D-93B9-B2D8-D763-A4A5B13B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453B20-BD6C-4E35-91B9-460C7682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3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15337-CF4F-2200-EC4D-FBF4A9CF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C3D207-42A0-7CB4-6BA1-091EC7005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0C171D-061E-9629-F4A7-507961B6A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3D4311-9E5F-FA64-7CFB-A494B794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F10B15-C222-6ED2-065D-B648EBD4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6A0FEE-C22F-F786-03BD-E1F0B3B6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56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074D0-63EF-87E2-C52E-C51B0447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A7E515-8661-1FA9-8359-7C17A55A9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BFCA27-DB59-5F46-1EE8-CE24711D1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1E36B-0FB6-DB86-C40B-E5734969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D86AA6-A1D1-8B87-BCBA-8742499C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3E1AB6-3EBA-436F-FB69-E1DD06EC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20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D9A9D-07C2-86D8-C42A-3D70558C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26ADF2-66EB-8CD4-AC3D-CD6C0F300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12226-BB56-0BCB-E980-29C14EC2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929EEA-316B-1382-E50E-0706219D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1D1903-2BB2-AD6F-678D-A6310F5E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79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147080-F49A-F795-2712-DDE06A9E2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8C9242-7420-364F-31C3-A537FF77F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39A63E-35A4-7BEE-D1D7-44EDEEEE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9EA324-A6EA-7B36-EE14-63919838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F1126-BF89-A9A3-A4A3-5894D09B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36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C3DFC3">
                <a:lumMod val="98000"/>
                <a:lumOff val="2000"/>
              </a:srgbClr>
            </a:gs>
            <a:gs pos="0">
              <a:srgbClr val="A3DBDF">
                <a:lumMod val="80000"/>
              </a:srgbClr>
            </a:gs>
          </a:gsLst>
          <a:lin ang="18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24E9A-17C1-FE39-F8FE-6118A495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424173-0B34-41E3-FBA6-9A4237236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3BC2B5-4223-33C1-3C34-44E945075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87115-4E52-4E4E-B9A3-F8E727DBFFB5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30816B-CB3D-604E-2E86-D6B97FD1E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E93A62-98F1-4A50-F5B8-6DCC1E683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C2BA1-24CA-4B49-AEDA-06EFA3051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90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enda-server.cloud/blog/sozdanie-realtime-prilozhenij-s-node-js-i-server-sent-event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34CFB8-550B-1F3F-3539-1BF10ED3C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0710" y="2148840"/>
            <a:ext cx="4000500" cy="676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A40D94-33D5-D4EE-26AC-0BA85CE008DE}"/>
              </a:ext>
            </a:extLst>
          </p:cNvPr>
          <p:cNvSpPr txBox="1"/>
          <p:nvPr/>
        </p:nvSpPr>
        <p:spPr>
          <a:xfrm flipH="1">
            <a:off x="5367020" y="6136640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Новиков Степан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13CC1-8582-5AF4-D024-902466239FF1}"/>
              </a:ext>
            </a:extLst>
          </p:cNvPr>
          <p:cNvSpPr txBox="1"/>
          <p:nvPr/>
        </p:nvSpPr>
        <p:spPr>
          <a:xfrm>
            <a:off x="4410710" y="3129280"/>
            <a:ext cx="372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Мессенджер на </a:t>
            </a:r>
            <a:r>
              <a:rPr lang="en-US" b="1" dirty="0"/>
              <a:t>Python</a:t>
            </a:r>
            <a:r>
              <a:rPr lang="en-US" dirty="0"/>
              <a:t> </a:t>
            </a:r>
            <a:r>
              <a:rPr lang="ru-RU" dirty="0"/>
              <a:t>с использованием фреймворка </a:t>
            </a:r>
            <a:r>
              <a:rPr lang="en-US" b="1" dirty="0"/>
              <a:t>Flask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0718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641C8-3C92-04E9-706B-A4CACAEC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990" y="727498"/>
            <a:ext cx="3276600" cy="1325563"/>
          </a:xfrm>
        </p:spPr>
        <p:txBody>
          <a:bodyPr/>
          <a:lstStyle/>
          <a:p>
            <a:r>
              <a:rPr lang="ru-RU" b="1" dirty="0"/>
              <a:t>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ACF3A-932D-1BA0-FCA4-828CEE03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6192" y="78657"/>
            <a:ext cx="3377381" cy="6779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data</a:t>
            </a:r>
            <a:br>
              <a:rPr lang="en-US" sz="1600" dirty="0"/>
            </a:br>
            <a:r>
              <a:rPr lang="en-US" sz="1600" dirty="0"/>
              <a:t>    __all_models.py</a:t>
            </a:r>
            <a:br>
              <a:rPr lang="en-US" sz="1600" dirty="0"/>
            </a:br>
            <a:r>
              <a:rPr lang="en-US" sz="1600" dirty="0"/>
              <a:t>    chats.py</a:t>
            </a:r>
            <a:br>
              <a:rPr lang="en-US" sz="1600" dirty="0"/>
            </a:br>
            <a:r>
              <a:rPr lang="en-US" sz="1600" dirty="0"/>
              <a:t>    users.py</a:t>
            </a:r>
            <a:br>
              <a:rPr lang="en-US" sz="1600" dirty="0"/>
            </a:br>
            <a:r>
              <a:rPr lang="en-US" sz="1600" dirty="0"/>
              <a:t>    messages.py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/>
              <a:t>api</a:t>
            </a:r>
            <a:r>
              <a:rPr lang="ru-RU" sz="1600" dirty="0"/>
              <a:t> (</a:t>
            </a:r>
            <a:r>
              <a:rPr lang="en-US" sz="1600" dirty="0"/>
              <a:t>chats, users, messages)</a:t>
            </a:r>
            <a:br>
              <a:rPr lang="en-US" sz="1600" dirty="0"/>
            </a:br>
            <a:r>
              <a:rPr lang="en-US" sz="1600" b="1" dirty="0" err="1"/>
              <a:t>db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/>
              <a:t>db.sqlite</a:t>
            </a:r>
            <a:br>
              <a:rPr lang="en-US" sz="1600" dirty="0"/>
            </a:br>
            <a:r>
              <a:rPr lang="en-US" sz="1600" b="1" dirty="0"/>
              <a:t>forms</a:t>
            </a:r>
            <a:br>
              <a:rPr lang="en-US" sz="1600" dirty="0"/>
            </a:br>
            <a:r>
              <a:rPr lang="en-US" sz="1600" dirty="0"/>
              <a:t>    add_chat.py</a:t>
            </a:r>
            <a:br>
              <a:rPr lang="en-US" sz="1600" dirty="0"/>
            </a:br>
            <a:r>
              <a:rPr lang="en-US" sz="1600" dirty="0"/>
              <a:t>    login.py</a:t>
            </a:r>
            <a:br>
              <a:rPr lang="en-US" sz="1600" dirty="0"/>
            </a:br>
            <a:r>
              <a:rPr lang="en-US" sz="1600" dirty="0"/>
              <a:t>    register.py</a:t>
            </a:r>
            <a:br>
              <a:rPr lang="en-US" sz="1600" dirty="0"/>
            </a:br>
            <a:r>
              <a:rPr lang="en-US" sz="1600" b="1" dirty="0"/>
              <a:t>static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b="1" dirty="0"/>
              <a:t>images</a:t>
            </a:r>
            <a:br>
              <a:rPr lang="en-US" sz="1600" b="1" dirty="0"/>
            </a:br>
            <a:r>
              <a:rPr lang="en-US" sz="1600" b="1" dirty="0"/>
              <a:t>        …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b="1" dirty="0"/>
              <a:t>scripts</a:t>
            </a:r>
            <a:br>
              <a:rPr lang="en-US" sz="1600" dirty="0"/>
            </a:br>
            <a:r>
              <a:rPr lang="en-US" sz="1600" dirty="0"/>
              <a:t>        api.js</a:t>
            </a:r>
            <a:br>
              <a:rPr lang="en-US" sz="1600" dirty="0"/>
            </a:br>
            <a:r>
              <a:rPr lang="en-US" sz="1600" b="1" dirty="0"/>
              <a:t>templates</a:t>
            </a:r>
            <a:br>
              <a:rPr lang="en-US" sz="1600" dirty="0"/>
            </a:br>
            <a:r>
              <a:rPr lang="en-US" sz="1600" dirty="0"/>
              <a:t>    add-chat.html</a:t>
            </a:r>
            <a:br>
              <a:rPr lang="en-US" sz="1600" dirty="0"/>
            </a:br>
            <a:r>
              <a:rPr lang="en-US" sz="1600" dirty="0"/>
              <a:t>    admin-panel.html</a:t>
            </a:r>
            <a:br>
              <a:rPr lang="en-US" sz="1600" dirty="0"/>
            </a:br>
            <a:r>
              <a:rPr lang="en-US" sz="1600" dirty="0"/>
              <a:t>    auth-base.html</a:t>
            </a:r>
            <a:r>
              <a:rPr lang="ru-RU" sz="1600" dirty="0"/>
              <a:t> </a:t>
            </a:r>
            <a:r>
              <a:rPr lang="ru-RU" sz="1600" b="1" i="1" u="sng" dirty="0"/>
              <a:t>(базовый)</a:t>
            </a:r>
            <a:br>
              <a:rPr lang="en-US" sz="1600" b="1" i="1" u="sng" dirty="0"/>
            </a:br>
            <a:r>
              <a:rPr lang="en-US" sz="1600" dirty="0"/>
              <a:t>    base.html </a:t>
            </a:r>
            <a:r>
              <a:rPr lang="en-US" sz="1600" b="1" i="1" u="sng" dirty="0"/>
              <a:t>(</a:t>
            </a:r>
            <a:r>
              <a:rPr lang="ru-RU" sz="1600" b="1" i="1" u="sng" dirty="0"/>
              <a:t>базовый</a:t>
            </a:r>
            <a:r>
              <a:rPr lang="en-US" sz="1600" b="1" i="1" u="sng" dirty="0"/>
              <a:t>)</a:t>
            </a:r>
            <a:br>
              <a:rPr lang="en-US" sz="1600" b="1" i="1" u="sng" dirty="0"/>
            </a:br>
            <a:r>
              <a:rPr lang="en-US" sz="1600" dirty="0"/>
              <a:t>    index.html</a:t>
            </a:r>
            <a:br>
              <a:rPr lang="en-US" sz="1600" dirty="0"/>
            </a:br>
            <a:r>
              <a:rPr lang="en-US" sz="1600" dirty="0"/>
              <a:t>    login.html</a:t>
            </a:r>
            <a:br>
              <a:rPr lang="en-US" sz="1600" dirty="0"/>
            </a:br>
            <a:r>
              <a:rPr lang="en-US" sz="1600" dirty="0"/>
              <a:t>    register.html</a:t>
            </a:r>
            <a:br>
              <a:rPr lang="en-US" sz="1600" dirty="0"/>
            </a:br>
            <a:r>
              <a:rPr lang="en-US" sz="1600" b="1" dirty="0" err="1"/>
              <a:t>venv</a:t>
            </a:r>
            <a:br>
              <a:rPr lang="en-US" sz="1600" b="1" dirty="0"/>
            </a:br>
            <a:r>
              <a:rPr lang="en-US" sz="1600" dirty="0"/>
              <a:t>config.py</a:t>
            </a:r>
            <a:br>
              <a:rPr lang="en-US" sz="1600" dirty="0"/>
            </a:br>
            <a:r>
              <a:rPr lang="en-US" sz="1600" dirty="0"/>
              <a:t>main.py</a:t>
            </a:r>
            <a:br>
              <a:rPr lang="en-US" sz="1600" dirty="0"/>
            </a:br>
            <a:r>
              <a:rPr lang="en-US" sz="1600" dirty="0"/>
              <a:t>requirements.txt</a:t>
            </a:r>
            <a:br>
              <a:rPr lang="en-US" sz="1600" dirty="0"/>
            </a:br>
            <a:r>
              <a:rPr lang="en-US" sz="1600" dirty="0"/>
              <a:t>start.sh</a:t>
            </a:r>
            <a:endParaRPr lang="ru-RU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07713-4414-4A46-7FFE-6204C6E8A405}"/>
              </a:ext>
            </a:extLst>
          </p:cNvPr>
          <p:cNvSpPr txBox="1"/>
          <p:nvPr/>
        </p:nvSpPr>
        <p:spPr>
          <a:xfrm>
            <a:off x="1084990" y="2635044"/>
            <a:ext cx="60630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3 модели </a:t>
            </a:r>
            <a:r>
              <a:rPr lang="ru-RU" sz="2000" dirty="0"/>
              <a:t>(</a:t>
            </a:r>
            <a:r>
              <a:rPr lang="en-US" sz="2000" dirty="0"/>
              <a:t>Chats, Users, Messages)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REST API </a:t>
            </a:r>
            <a:r>
              <a:rPr lang="en-US" sz="2000" dirty="0"/>
              <a:t>(</a:t>
            </a:r>
            <a:r>
              <a:rPr lang="ru-RU" sz="2000" dirty="0"/>
              <a:t>для </a:t>
            </a:r>
            <a:r>
              <a:rPr lang="en-US" sz="2000" dirty="0"/>
              <a:t>Chats, Users</a:t>
            </a:r>
            <a:r>
              <a:rPr lang="ru-RU" sz="2000" dirty="0"/>
              <a:t> и </a:t>
            </a:r>
            <a:r>
              <a:rPr lang="en-US" sz="2000" dirty="0"/>
              <a:t>Messages)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Базовые шаблоны </a:t>
            </a:r>
            <a:r>
              <a:rPr lang="en-US" sz="2000" dirty="0"/>
              <a:t>(auth-base.html </a:t>
            </a:r>
            <a:r>
              <a:rPr lang="ru-RU" sz="2000" dirty="0"/>
              <a:t>и </a:t>
            </a:r>
            <a:r>
              <a:rPr lang="en-US" sz="2000" dirty="0"/>
              <a:t>base.html )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5 </a:t>
            </a:r>
            <a:r>
              <a:rPr lang="ru-RU" sz="2000" b="1" dirty="0"/>
              <a:t>шаблонов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3 формы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Скрипт для работы с </a:t>
            </a:r>
            <a:r>
              <a:rPr lang="en-US" sz="2000" b="1" dirty="0"/>
              <a:t>API </a:t>
            </a:r>
            <a:r>
              <a:rPr lang="ru-RU" sz="2000" b="1" dirty="0"/>
              <a:t>на </a:t>
            </a:r>
            <a:r>
              <a:rPr lang="en-US" sz="2000" b="1" dirty="0"/>
              <a:t>JavaScript</a:t>
            </a:r>
            <a:endParaRPr lang="ru-RU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Стилизация при помощи </a:t>
            </a:r>
            <a:r>
              <a:rPr lang="en-US" sz="2000" b="1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286431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A679C-A2C8-FE4B-BD23-8F10E03E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Динамическое обновление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55974-FAC6-C701-2560-39E925158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Реализовано</a:t>
            </a:r>
            <a:r>
              <a:rPr lang="en-US" sz="2000" dirty="0"/>
              <a:t> </a:t>
            </a:r>
            <a:r>
              <a:rPr lang="ru-RU" sz="2000" dirty="0"/>
              <a:t>динамическое обновление данных, таких как чаты и сообщения пользователя.</a:t>
            </a:r>
          </a:p>
          <a:p>
            <a:r>
              <a:rPr lang="ru-RU" sz="2000" dirty="0"/>
              <a:t>Использован</a:t>
            </a:r>
            <a:r>
              <a:rPr lang="en-US" sz="2000" dirty="0"/>
              <a:t> </a:t>
            </a:r>
            <a:r>
              <a:rPr lang="ru-RU" sz="2000" dirty="0"/>
              <a:t>(</a:t>
            </a:r>
            <a:r>
              <a:rPr lang="en-US" sz="2000" dirty="0"/>
              <a:t>Server-Sent Events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en-US" sz="2000" b="1" dirty="0"/>
              <a:t>SSE </a:t>
            </a:r>
            <a:r>
              <a:rPr lang="ru-RU" sz="2000" dirty="0"/>
              <a:t>поток</a:t>
            </a:r>
            <a:r>
              <a:rPr lang="en-US" sz="2000" dirty="0"/>
              <a:t> </a:t>
            </a:r>
            <a:r>
              <a:rPr lang="ru-RU" sz="2000" dirty="0"/>
              <a:t>для оптимизации нагрузки на сервер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2114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2BEF8-AFF5-5E79-6BD1-0E826407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работает </a:t>
            </a:r>
            <a:r>
              <a:rPr lang="en-US" b="1" dirty="0"/>
              <a:t>SSE </a:t>
            </a:r>
            <a:r>
              <a:rPr lang="ru-RU" b="1" dirty="0"/>
              <a:t>поток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FEE1307-9AC2-D60A-741A-037E88FD4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074874" cy="43513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D00D11-6C8F-FA2A-0BD2-D082E61A9C89}"/>
              </a:ext>
            </a:extLst>
          </p:cNvPr>
          <p:cNvSpPr txBox="1"/>
          <p:nvPr/>
        </p:nvSpPr>
        <p:spPr>
          <a:xfrm>
            <a:off x="838200" y="1690688"/>
            <a:ext cx="419837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</a:t>
            </a:r>
            <a:r>
              <a:rPr lang="en-US" sz="2000" b="1" dirty="0"/>
              <a:t>  </a:t>
            </a:r>
            <a:r>
              <a:rPr lang="ru-RU" sz="2000" b="1" dirty="0"/>
              <a:t>Server-</a:t>
            </a:r>
            <a:r>
              <a:rPr lang="ru-RU" sz="2000" b="1" dirty="0" err="1"/>
              <a:t>Sent</a:t>
            </a:r>
            <a:r>
              <a:rPr lang="ru-RU" sz="2000" b="1" dirty="0"/>
              <a:t> </a:t>
            </a:r>
            <a:r>
              <a:rPr lang="ru-RU" sz="2000" b="1" dirty="0" err="1"/>
              <a:t>Events</a:t>
            </a:r>
            <a:r>
              <a:rPr lang="ru-RU" sz="2000" b="1" dirty="0"/>
              <a:t> (SSE)</a:t>
            </a:r>
            <a:r>
              <a:rPr lang="ru-RU" sz="2000" dirty="0"/>
              <a:t> — это технология для потоковой передачи данных от сервера к клиенту в режиме реального времени через HTTP-соединение. Она позволяет серверу автоматически отправлять обновления клиенту без необходимости инициирования запроса клиентом. </a:t>
            </a:r>
            <a:br>
              <a:rPr lang="ru-RU" dirty="0">
                <a:hlinkClick r:id="rId3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974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BBC9C-AD02-2962-5966-82B1277A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Хостинг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60842C-26ED-4592-66B6-095ACC8F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В качестве хостинга </a:t>
            </a:r>
            <a:r>
              <a:rPr lang="ru-RU" sz="2000" dirty="0"/>
              <a:t>был</a:t>
            </a:r>
            <a:r>
              <a:rPr lang="ru-RU" sz="1800" dirty="0"/>
              <a:t> выбран </a:t>
            </a:r>
            <a:r>
              <a:rPr lang="en-US" sz="1800" b="1" dirty="0" err="1"/>
              <a:t>Replit</a:t>
            </a:r>
            <a:endParaRPr lang="ru-RU" sz="1800" b="1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8FC5346-C01D-8F19-A097-60638B11ADFF}"/>
              </a:ext>
            </a:extLst>
          </p:cNvPr>
          <p:cNvSpPr/>
          <p:nvPr/>
        </p:nvSpPr>
        <p:spPr>
          <a:xfrm>
            <a:off x="7064805" y="1905000"/>
            <a:ext cx="3048000" cy="3048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57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F8C97-B23F-F5D0-CEBE-4D35FA5B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7E7A76-225B-50D6-7CE6-2B83CE8F7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результате получилось вполне работающее приложение на</a:t>
            </a:r>
            <a:r>
              <a:rPr lang="ru-RU" b="1" dirty="0"/>
              <a:t> </a:t>
            </a:r>
            <a:r>
              <a:rPr lang="en-US" b="1" dirty="0"/>
              <a:t>Python</a:t>
            </a:r>
            <a:r>
              <a:rPr lang="ru-RU" dirty="0"/>
              <a:t> с использованием фреймворка </a:t>
            </a:r>
            <a:r>
              <a:rPr lang="en-US" b="1" dirty="0"/>
              <a:t>Flask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b="1" dirty="0"/>
              <a:t>Публичная ссылка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https://windchat--sosisca2.replit.app/</a:t>
            </a:r>
            <a:endParaRPr lang="ru-RU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6503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297</Words>
  <Application>Microsoft Office PowerPoint</Application>
  <PresentationFormat>Широкоэкранный</PresentationFormat>
  <Paragraphs>24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Презентация PowerPoint</vt:lpstr>
      <vt:lpstr>Структура</vt:lpstr>
      <vt:lpstr>Динамическое обновление данных</vt:lpstr>
      <vt:lpstr>Как работает SSE поток</vt:lpstr>
      <vt:lpstr>Хостинг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Новиков Степан</dc:creator>
  <cp:lastModifiedBy>Новиков Степан</cp:lastModifiedBy>
  <cp:revision>3</cp:revision>
  <dcterms:created xsi:type="dcterms:W3CDTF">2026-04-29T06:25:38Z</dcterms:created>
  <dcterms:modified xsi:type="dcterms:W3CDTF">2026-04-30T11:51:22Z</dcterms:modified>
</cp:coreProperties>
</file>